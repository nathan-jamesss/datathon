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"/>
            <a:ext cx="1259163" cy="1005840"/>
          </a:xfrm>
          <a:prstGeom prst="rect">
            <a:avLst/>
          </a:prstGeom>
        </p:spPr>
      </p:pic>
      <p:pic>
        <p:nvPicPr>
          <p:cNvPr id="4" name="Picture 3" descr="logo-vi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0040"/>
            <a:ext cx="2350893" cy="731520"/>
          </a:xfrm>
          <a:prstGeom prst="rect">
            <a:avLst/>
          </a:prstGeom>
        </p:spPr>
      </p:pic>
      <p:pic>
        <p:nvPicPr>
          <p:cNvPr id="5" name="Picture 4" descr="logo-ii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20040"/>
            <a:ext cx="1932709" cy="731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554480"/>
            <a:ext cx="112471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600" b="0">
                <a:solidFill>
                  <a:srgbClr val="000000"/>
                </a:solidFill>
                <a:latin typeface="Arial Black"/>
              </a:rPr>
              <a:t>DATA</a:t>
            </a:r>
            <a:r>
              <a:rPr sz="6600" b="0">
                <a:solidFill>
                  <a:srgbClr val="19E3F5"/>
                </a:solidFill>
                <a:latin typeface="Arial Black"/>
              </a:rPr>
              <a:t>T</a:t>
            </a:r>
            <a:r>
              <a:rPr sz="6600" b="0">
                <a:solidFill>
                  <a:srgbClr val="000000"/>
                </a:solidFill>
                <a:latin typeface="Arial Black"/>
              </a:rPr>
              <a:t>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00000"/>
                </a:solidFill>
                <a:latin typeface="Arial"/>
              </a:rPr>
              <a:t>ROUND 1  ·  IDEA PPT + BASE PROTOTYPE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56616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Team Name (as registered)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Team Members (1–2)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Track Chosen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Problem Statement Title</a:t>
            </a:r>
          </a:p>
          <a:p>
            <a:pPr marL="365760" indent="-365760">
              <a:spcAft>
                <a:spcPts val="8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Product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PROBLEM &amp; TARGET 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Problem &amp; Target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Who is the user and what is their pain point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Why this problem matters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Evidence from the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SOLUTION &amp; USP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Describe your idea / solution / prototype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How it addresses 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31335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USP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517136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What makes your solution unique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Innovation compared to the obvious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DATASET &amp;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Dataset Usage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Tables used and how they are joined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Cleaning done and assumptions made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Key insights found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ML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Model built from scratch, or using an API key?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Features, target, baseline, split and metric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How the model output is used in the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BASE PROTOTYPE &amp;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Base Prototype (Round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What is built so far (screenshots / link)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64408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MVP for Round 2</a:t>
            </a:r>
            <a:r>
              <a:rPr sz="1600" b="0">
                <a:solidFill>
                  <a:srgbClr val="555555"/>
                </a:solidFill>
                <a:latin typeface="Arial"/>
              </a:rPr>
              <a:t>   (Mandatory)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5020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Must-have features for the complete prototype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Demo workflow: input → output →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TECHNICAL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Technologies used (languages, frameworks, APIs)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Flow: Data → Analyze → Model → Build → Deploy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FEASIBILITY, IMPACT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Arial"/>
              </a:rPr>
              <a:t>❖ </a:t>
            </a:r>
            <a:r>
              <a:rPr sz="2800" b="1" u="sng">
                <a:solidFill>
                  <a:srgbClr val="000000"/>
                </a:solidFill>
                <a:latin typeface="Arial"/>
              </a:rPr>
              <a:t>Feasibility, Impact &amp; 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Feasibility, risks and how to overcome them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Impact and limitations (synthetic data)</a:t>
            </a:r>
          </a:p>
          <a:p>
            <a:pPr marL="365760" indent="-365760">
              <a:spcAft>
                <a:spcPts val="1000"/>
              </a:spcAft>
              <a:buFont typeface="Arial"/>
              <a:buChar char="•"/>
            </a:pPr>
            <a:r>
              <a:rPr sz="2400">
                <a:solidFill>
                  <a:srgbClr val="000000"/>
                </a:solidFill>
                <a:latin typeface="Arial"/>
              </a:rPr>
              <a:t>Next steps and references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" y="274320"/>
            <a:ext cx="1463040" cy="777240"/>
          </a:xfrm>
          <a:prstGeom prst="ellipse">
            <a:avLst/>
          </a:prstGeom>
          <a:noFill/>
          <a:ln w="31750">
            <a:solidFill>
              <a:srgbClr val="19E3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Your 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240" y="228600"/>
            <a:ext cx="74066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0">
                <a:solidFill>
                  <a:srgbClr val="000000"/>
                </a:solidFill>
                <a:latin typeface="Arial Black"/>
              </a:rPr>
              <a:t>IMPORTANT INSTRUCTIONS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64040" y="182880"/>
            <a:ext cx="2514600" cy="9144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d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46888"/>
            <a:ext cx="984436" cy="786384"/>
          </a:xfrm>
          <a:prstGeom prst="rect">
            <a:avLst/>
          </a:prstGeom>
        </p:spPr>
      </p:pic>
      <p:pic>
        <p:nvPicPr>
          <p:cNvPr id="6" name="Picture 5" descr="logo-ii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93192"/>
            <a:ext cx="1328738" cy="502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9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DATATHON 2026  ·  Round 1 Idea Submission –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55080"/>
            <a:ext cx="1005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300" b="1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Please ensure the pointers below are met while submitting the Round 1 Idea PPT: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19"/>
            <a:ext cx="11430000" cy="4114800"/>
          </a:xfrm>
          <a:prstGeom prst="roundRect">
            <a:avLst>
              <a:gd name="adj" fmla="val 6000"/>
            </a:avLst>
          </a:prstGeom>
          <a:solidFill>
            <a:srgbClr val="DFFBFE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1.  Maximum eight (8) slides, including the title slide.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2.  USP and MVP sections are mandatory.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3.  Avoid paragraphs. Use points, diagrams and screenshots.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4.  Keep the headings as they are and fill in your own details.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5.  Disclose any API key, pretrained model or extra data used. A model trained from scratch earns more marks.</a:t>
            </a:r>
          </a:p>
          <a:p>
            <a:pPr>
              <a:spcAft>
                <a:spcPts val="800"/>
              </a:spcAft>
            </a:pPr>
            <a:r>
              <a:rPr b="1" sz="1800">
                <a:solidFill>
                  <a:srgbClr val="000000"/>
                </a:solidFill>
                <a:latin typeface="Arial"/>
              </a:rPr>
              <a:t>6.  Submit before 12:00 PM, in the way announced by the organisers.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Arial"/>
              </a:rPr>
              <a:t>Note – Delete this slide before you submit.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